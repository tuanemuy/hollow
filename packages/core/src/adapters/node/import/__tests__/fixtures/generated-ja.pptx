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日本語の抽出テスト：会議資料と売上、こんにちは。 &amp; &lt;確認&gt;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54864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商品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売上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日本茶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2026-09-05T17:11:43Z</dcterms:created>
  <dcterms:modified xsi:type="dcterms:W3CDTF">2026-09-05T17:11:43Z</dcterms:modified>
</cp:coreProperties>
</file>